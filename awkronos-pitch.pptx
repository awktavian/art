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0" kern="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AWKRONOS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CE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Intelligence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IS the value. h(x) ≥ 0 always.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210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297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263K+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4297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8600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Apps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4297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Channels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4297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Integrations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297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7240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Axioms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73152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Black-Box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1097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home assistants make decisions you can’t inspect, verify, or understand. When Alexa turns on your lights, you can’t ask why.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1168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Control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smart home: 7 apps for 7 ecosystems. Tesla, Hue, Sonos, Ring, August, Nest, Control4 — each a silo.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926080"/>
            <a:ext cx="54864" cy="7315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Safety Guarantees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home system can prove it won’t unlock your door at 3am, overheat your HVAC, or leave the fireplace 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4048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Dependency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3840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goes down? Your “smart” home becomes dumb. No graceful degradation. No local autonomy.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Kagami: A Home Intelligence That Proves It’s Safe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377440" cy="292608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2377440" cy="54864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Inspectable Decisions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routed through 7 colonies via EFE minimization. Ask “why?” and get a verifiable answer.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377440" cy="292608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645920"/>
            <a:ext cx="23774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Control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device ecosystems in one interface. Voice-first. Tesla, Control4, Hue, Sonos, August, Ring — one brain.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645920"/>
            <a:ext cx="2377440" cy="292608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52160" y="1645920"/>
            <a:ext cx="23774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Safety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35040" y="24688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Barrier Functions with formal proofs in Lean 4. h(x) ≥ 0 is mathematically guaranteed, not promised.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7-Colony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specialized minds. One Fano plane. Zero single points of failure.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914400" cy="914400"/>
          </a:xfrm>
          <a:prstGeom prst="ellipse">
            <a:avLst/>
          </a:prstGeom>
          <a:solidFill>
            <a:srgbClr val="DC143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554480"/>
            <a:ext cx="914400" cy="914400"/>
          </a:xfrm>
          <a:prstGeom prst="ellipse">
            <a:avLst/>
          </a:prstGeom>
          <a:solidFill>
            <a:srgbClr val="E6B80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1554480"/>
            <a:ext cx="914400" cy="914400"/>
          </a:xfrm>
          <a:prstGeom prst="ellipse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1554480"/>
            <a:ext cx="914400" cy="914400"/>
          </a:xfrm>
          <a:prstGeom prst="ellipse">
            <a:avLst/>
          </a:prstGeom>
          <a:solidFill>
            <a:srgbClr val="228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49240" y="1554480"/>
            <a:ext cx="914400" cy="914400"/>
          </a:xfrm>
          <a:prstGeom prst="ellipse">
            <a:avLst/>
          </a:prstGeom>
          <a:solidFill>
            <a:srgbClr val="8E45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37960" y="1554480"/>
            <a:ext cx="914400" cy="914400"/>
          </a:xfrm>
          <a:prstGeom prst="ellipse">
            <a:avLst/>
          </a:prstGeom>
          <a:solidFill>
            <a:srgbClr val="2D5A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26680" y="1554480"/>
            <a:ext cx="914400" cy="914400"/>
          </a:xfrm>
          <a:prstGeom prst="ellipse">
            <a:avLst/>
          </a:prstGeom>
          <a:solidFill>
            <a:srgbClr val="00CED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Crystal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</a:rPr>
              <a:t>GodelLoop: </a:t>
            </a:r>
            <a:pPr indent="0" marL="0">
              <a:buNone/>
            </a:pPr>
            <a:r>
              <a:rPr lang="en-US" sz="1400" dirty="0">
                <a:solidFill>
                  <a:srgbClr val="FAF7F2"/>
                </a:solidFill>
              </a:rPr>
              <a:t>perceive → predict → act → observe → learn → improve → repeat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Routed via Fano plane geometry (octonion algebra).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Conflicts resolved by catastrophe precedence. </a:t>
            </a:r>
            <a:pPr indent="0" marL="0">
              <a:buNone/>
            </a:pPr>
            <a:r>
              <a:rPr lang="en-US" sz="1200" dirty="0">
                <a:solidFill>
                  <a:srgbClr val="00CED1"/>
                </a:solidFill>
              </a:rPr>
              <a:t>Every decision auditable.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Safety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“tested”. Not “promised”. Proven.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5544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h(x) ≥ 0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barrier before ALL motor execution. Forward invariance guaranteed.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7680960" cy="411480"/>
          </a:xfrm>
          <a:prstGeom prst="rect">
            <a:avLst/>
          </a:prstGeom>
          <a:solidFill>
            <a:srgbClr val="1A182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Fireplace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2834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Auto-off after 3 hours. Max 82°F. Smoke detector → emergency shutdown.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7680960" cy="411480"/>
          </a:xfrm>
          <a:prstGeom prst="rect">
            <a:avLst/>
          </a:prstGeom>
          <a:solidFill>
            <a:srgbClr val="07060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Door Locks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3337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unlock without verified location + PIN when occupied.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7680960" cy="411480"/>
          </a:xfrm>
          <a:prstGeom prst="rect">
            <a:avLst/>
          </a:prstGeom>
          <a:solidFill>
            <a:srgbClr val="1A182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HVAC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840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below 55°F or above 85°F. Equipment protection.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solidFill>
            <a:srgbClr val="07060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4343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only when stationary. Confirmation if unusual time.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Lean 4. 0 axioms. TLA+ model-checked.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Brain, Every Surface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14630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097280"/>
            <a:ext cx="1828800" cy="14630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0" y="1097280"/>
            <a:ext cx="18288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Desktop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+ Rust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828800" cy="14630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+ CarPlay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828800" cy="14630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1097280"/>
            <a:ext cx="18288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926080"/>
            <a:ext cx="1828800" cy="14630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2926080"/>
            <a:ext cx="1828800" cy="14630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0" y="2926080"/>
            <a:ext cx="182880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74320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926080"/>
            <a:ext cx="1828800" cy="14630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92608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TV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5488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2926080"/>
            <a:ext cx="1828800" cy="14630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66560" y="2926080"/>
            <a:ext cx="182880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6656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share identical Rust SDK via UniFFI. Design tokens auto-generated across all targets.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Device Ecosystems. One Interface.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solidFill>
            <a:srgbClr val="12101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005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Control4, Lutron RA3, Philips Hue, smart outlets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solidFill>
            <a:srgbClr val="1A1820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54480"/>
            <a:ext cx="54864" cy="45720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1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HVAC, Eight Sleep, Dyson, radiator TRVs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solidFill>
            <a:srgbClr val="12101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103120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2103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Denon AVR, Sonos, Spotify, Apple AirPlay, Control4 zones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solidFill>
            <a:srgbClr val="1A182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65176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2651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locks, DSC alarm, UniFi Protect cameras, 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solidFill>
            <a:srgbClr val="12101A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200400"/>
            <a:ext cx="54864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Entertainment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3200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LG/Samsung TVs, projector, Apple TV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solidFill>
            <a:srgbClr val="1A1820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749040"/>
            <a:ext cx="54864" cy="45720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3749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Fleet API + Vehicle Command Protocol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solidFill>
            <a:srgbClr val="12101A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4297680"/>
            <a:ext cx="54864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26080" y="4297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Glowforge laser, Formlabs 3D printer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+ 4-zone graceful degradation: Transcend → Beyond → Slow → Offline. Your home never stops working.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Moat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7772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54864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E8 + Fano Plane + Octonion Routing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3898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feature. An architecture. Competitors can’t “add” octonion algebra to existing systems.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7680960" cy="7772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6596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Machine-Verified Safety Proofs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3500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 forward invariance proved in Lean 4. TLA+ model-checked. No other smart home system offers formal verification.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926080"/>
            <a:ext cx="54864" cy="77724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Self-Modifying GodelLoop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3101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reasons about and modifies itself while maintaining safety invariants. Strange loop in Hofstadter sense.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7680960" cy="7772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86200"/>
            <a:ext cx="54864" cy="7772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1.9B Parameter World Model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2702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OrganismRSSM: 7 parallel state spaces, H-JEPA multi-horizon prediction. Trained on JAX/TPU. Not fine-tuned GPT.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Awkronos Ecosystem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4572000" cy="164592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45720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Product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Kagami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home intelligence platform. 263K+ lines. Python/Rust/Swift/TS/Lean 4. 7-colony AI organism.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097280"/>
            <a:ext cx="2926080" cy="164592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1097280"/>
            <a:ext cx="29260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Provably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0" y="1874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formal verification framework. Z3 backend. Published on PyPI. Decorator-based proofs in Python.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3657600" cy="137160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926080"/>
            <a:ext cx="3657600" cy="36576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Showcase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Portfolio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interactive web experiences. Voice-AI interfaces. Generative art. 3D math museums. Proof of sensorimotor AI.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926080"/>
            <a:ext cx="3840480" cy="137160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926080"/>
            <a:ext cx="38404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063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Spec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(Agent Data Pods)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specification for agent data sovereignty. Decentralized identity for AI agents.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7772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54864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9184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BSL-1.1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898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intelligence OS. Licensed commercially with 2-year open-source sunset (Apache 2.0 in 2036).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680960" cy="7772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965960"/>
            <a:ext cx="54864" cy="77724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Marketplace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3500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adapters, voice personas, colony extensions, design themes. Core free, modules paid.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9260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Provably (OSS)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Enterprise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3101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verification framework drives adoption. Enterprise support for mission-critical deployments.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7680960" cy="77724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886200"/>
            <a:ext cx="54864" cy="7772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AI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9184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2702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Realtime API pass-through with per-session cost caps. Tiered: Personal ($2/session) to Family (unlimited).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474720" cy="256032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347472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$158B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smart home market by 2028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(Statista, 14.5% CAGR)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097280"/>
            <a:ext cx="2011680" cy="256032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097280"/>
            <a:ext cx="2011680" cy="36576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645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smart home platforms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(high-end homes, multi-ecosystem)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097280"/>
            <a:ext cx="1828800" cy="256032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1097280"/>
            <a:ext cx="18288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$800M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766560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Safety-verified home intelligence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category we’re creating)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“Safety-verified home intelligence” doesn’t exist yet as a category. We’re creating 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Statista Smart Home Report 2024, MarketsAndMarkets AI in IoT 2024, Grand View Research Home Automation 2024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solidFill>
            <a:srgbClr val="25233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914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91840" y="914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80560" y="914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proofs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0" y="914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914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7680960" cy="502920"/>
          </a:xfrm>
          <a:prstGeom prst="rect">
            <a:avLst/>
          </a:prstGeom>
          <a:solidFill>
            <a:srgbClr val="1A182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Home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1417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1417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417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417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011680"/>
            <a:ext cx="7680960" cy="502920"/>
          </a:xfrm>
          <a:prstGeom prst="rect">
            <a:avLst/>
          </a:prstGeom>
          <a:solidFill>
            <a:srgbClr val="0706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Alexa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2606040"/>
            <a:ext cx="7680960" cy="502920"/>
          </a:xfrm>
          <a:prstGeom prst="rect">
            <a:avLst/>
          </a:prstGeom>
          <a:solidFill>
            <a:srgbClr val="1A182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HomeKit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03120" y="2606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2606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2606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2606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2606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3200400"/>
            <a:ext cx="7680960" cy="502920"/>
          </a:xfrm>
          <a:prstGeom prst="rect">
            <a:avLst/>
          </a:prstGeom>
          <a:solidFill>
            <a:srgbClr val="07060B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Assistant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0312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2000+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8056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" y="3794760"/>
            <a:ext cx="7680960" cy="502920"/>
          </a:xfrm>
          <a:prstGeom prst="rect">
            <a:avLst/>
          </a:prstGeom>
          <a:solidFill>
            <a:srgbClr val="12101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Kagami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103120" y="3794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91840" y="3794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80560" y="3794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3794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0" y="3794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Only Kagami combines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formal safety verification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with </a:t>
            </a:r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self-improving intelligence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and </a:t>
            </a:r>
            <a:pPr indent="0" marL="0">
              <a:buNone/>
            </a:pPr>
            <a:r>
              <a:rPr lang="en-US" sz="1200" b="1" dirty="0">
                <a:solidFill>
                  <a:srgbClr val="00CED1"/>
                </a:solidFill>
              </a:rPr>
              <a:t>local-first architecture.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We’re Proving Spacetime Is Necessary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Three active Lean 4 proof projects: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CED1"/>
                </a:solidFill>
              </a:rPr>
              <a:t>~/reality/</a:t>
            </a:r>
            <a:pPr indent="0" marL="0">
              <a:buNone/>
            </a:pPr>
            <a:r>
              <a:rPr lang="en-US" sz="1400" dirty="0">
                <a:solidFill>
                  <a:srgbClr val="FAF7F2"/>
                </a:solidFill>
              </a:rPr>
              <a:t> — Spacetime from algebraic necessity. Quaternion uniqueness → (1+3) dimensions.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~/fermat/</a:t>
            </a:r>
            <a:pPr indent="0" marL="0">
              <a:buNone/>
            </a:pPr>
            <a:r>
              <a:rPr lang="en-US" sz="1400" dirty="0">
                <a:solidFill>
                  <a:srgbClr val="FAF7F2"/>
                </a:solidFill>
              </a:rPr>
              <a:t> — Fermat’s Last Theorem formalization. 77K lines.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~/npnep/</a:t>
            </a:r>
            <a:pPr indent="0" marL="0">
              <a:buNone/>
            </a:pPr>
            <a:r>
              <a:rPr lang="en-US" sz="1400" dirty="0">
                <a:solidFill>
                  <a:srgbClr val="FAF7F2"/>
                </a:solidFill>
              </a:rPr>
              <a:t> — P vs NP complexity theory. AC0 ⊊ TC0 proved.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This isn’t academic vanity. The same CBF proofs that verify Kagami’s safety run on the same Lean 4 substrate.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Formal math IS the product.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320040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3657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 Jacoby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Ex-Engineering Director, Meta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Python, Rust, Swift, Lean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Kagami (263K+ lines) solo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math: FLT, P vs NP, Spacetime proofs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 7331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657600" cy="320040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657600" cy="36576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Jill House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Head of Product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Director, Meta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History background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 + user experience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sensibility + ship velocity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of the user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round: $3M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7680960" cy="59436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" cy="5943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17373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3 engineers (Rust, ML/JAX, mobile). Ship v1 multi-household.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7680960" cy="59436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468880"/>
            <a:ext cx="54864" cy="59436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E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2468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+ Design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4688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research, design system polish, onboarding. First 100 household beta.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7680960" cy="59436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20040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200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3200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 training compute, Fly.io scaling, hardware dev kits (Orb v1).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931920"/>
            <a:ext cx="54864" cy="5943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9319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3931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GTM + Ops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0" y="39319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relations (Provably OSS), smart home influencer program, legal.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18-month runway.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Target: 500 households in beta by month 12. Series A at $10M ARR trajectory.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</a:rPr>
              <a:t>Home intelligence that proves it’s safe.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CED1"/>
                </a:solidFill>
              </a:rPr>
              <a:t>Seven minds. One safety invariant.</a:t>
            </a:r>
            <a:endParaRPr lang="en-US" sz="32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</a:rPr>
              <a:t>Thirty-five ecosystems. Zero cloud dependency.</a:t>
            </a:r>
            <a:endParaRPr lang="en-US" sz="32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</a:rPr>
              <a:t>Mathematical proofs, not promises.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h(x) ≥ 0. Always.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AWKRONOS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Jacoby  ·  timothyjacoby@gmail.com  ·  7331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Awkronos - Home Intelligence Platform</dc:title>
  <dc:subject>PptxGenJS Presentation</dc:subject>
  <dc:creator>Tim Jacoby</dc:creator>
  <cp:lastModifiedBy>Tim Jacoby</cp:lastModifiedBy>
  <cp:revision>1</cp:revision>
  <dcterms:created xsi:type="dcterms:W3CDTF">2026-03-29T17:38:29Z</dcterms:created>
  <dcterms:modified xsi:type="dcterms:W3CDTF">2026-03-29T17:38:29Z</dcterms:modified>
</cp:coreProperties>
</file>